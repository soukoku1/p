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6" r:id="rId5"/>
    <p:sldId id="262" r:id="rId6"/>
    <p:sldId id="259" r:id="rId7"/>
    <p:sldId id="264" r:id="rId8"/>
    <p:sldId id="263" r:id="rId9"/>
    <p:sldId id="265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9C272-B488-4155-B701-F8601256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D3756E-16E3-44D5-F067-23FA3662E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2E3D15-DBF9-3B0A-BDB7-D0BCA5EF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DC5962-2DDD-0A11-1FFD-81D5F208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FA1D32-3A78-0E50-D7E9-02D20E10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98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6FBC6-18F4-87F0-3874-489E41D7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47F0BC-AA8A-B32E-33A9-EF6534359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27DED5-E5DB-300A-8F97-F498478C6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FC6558-8A4E-520C-DDCF-4B29BBA1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E4BBB0-80D1-D383-51D1-B4FF0C95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07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2906F-3C6E-FE2B-290D-27B6B240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A78A16-72BA-F2C2-56FD-E4D3635B5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202CDC-DC82-0299-E31F-934F065F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033082-B4AF-BA04-D8BD-B8A7B03E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33AF2E-59EE-1996-DC7D-16ADFE93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91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13863-9E36-CC4A-0B31-92EC14810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8866A-3A1B-610D-BC90-754DC1D03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0DC098-198F-D104-E93A-6BAC8678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4C6751-F175-9D8F-38B8-45F3B921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84CE85-836A-AB3D-6D1E-28B3B456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14D3B7-701B-387E-4479-6A50F895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0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9105-667E-2599-E7AF-C961C2F7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808DB1-FC9A-87E8-CA84-D561FF00B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EE766F-59D1-CDF6-CE67-ECFEDEAC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CA8790-5229-99C1-506E-93721ADBA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271330-5B41-FDFF-BCD1-A9FC34E8F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08C70F-0BC6-137B-ED7C-BC0ACD41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D8B6B6-A17E-C9C1-8A0A-829DE5F6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254B0A-BA9A-5F53-33F7-FCC10C52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5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81A71-D1A7-EB42-280D-D9C8BF71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34BB70-0F7F-49F0-A9AB-72DB4E2D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32CA38-8658-4A19-4554-92506312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926A6B-8B2A-EE7B-11CC-623D3531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9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F182DC-F815-0B13-3CFC-487C2181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0F0266-C3A0-1AF4-DFDA-5C515579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77E01F-74B9-A246-1C03-352FC98A5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3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8E54F-8F71-D497-CEE9-B9E5D6B5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1A206-10A5-40FF-58BF-2C782D79D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82F2C-DB7C-FEE7-4D41-4870D2236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FCBB87-080F-4676-F29E-C18AD324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8DC627-D97E-7AFB-74F7-9E5A4B14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C448BD-C856-3CBB-61CA-A2F9E854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40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DEC6E-1F6C-3B3E-843F-E0D0D92A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B608AE-8027-CCAD-DAD8-9C4A9C0F4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41CCBF-958C-366A-318E-9CDE4D542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8F725C-9531-3456-0456-50CF6B82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F07AD6-7B27-E8C6-7F19-F11F91D0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162CBB-E0CB-9F3A-6F08-F206D71E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76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B41AD-75B7-F033-8272-434C89C4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CE665E-2378-F2E6-17C5-DD688A61E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77945E-A80A-A48A-11BC-B842A8E0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7065B8-7746-2285-55E9-C6B9E49E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3AF54-AF12-CED9-8E65-CE70F822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9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2FDBEF-980B-C408-8483-7B9953F13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85A3E6-8C7A-C34E-612F-1D3D25B12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4A738-4B79-1277-9486-EEBB40A4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FCF2B-CA07-498E-7B46-151B64A2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823743-FD2A-22C2-1AC5-20F9D235C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86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4E173-6BF1-AF1A-3F43-A74B3F71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B208B7-9150-46D6-B436-BF25B4A6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0A709-0B4B-D327-B14D-B68540EFA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A6C67-95CB-4003-BB64-DF3B26C75A30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9ACB5-6C60-9721-CA93-3FEB1D30E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4E9CDF-3316-4CCA-E7F8-8F0DC6ED7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95A87-BB8A-43FA-9453-89C34ED0C2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6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7A970-7B42-7847-DF3E-BCC17E005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5B4A10-7A09-0FFE-0323-338A52793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6903A7-57D4-C08F-6CB2-05A7E202B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716" cy="68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7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BC41E-4D78-3311-A1A9-4E37613D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019CA5-5F45-6B97-7946-E75A8EDED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3D26DB-EB6F-A2F3-A42F-03ABCC0D4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76BDB-B7FF-1EF8-16CE-A9DCB11A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4E03B-479F-C6D4-1EA3-ED72B387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93678-FB6E-80B3-968D-B7D497B2E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08483C-11FB-22E1-2F1D-96160CC9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6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2B765-C09A-D052-85DA-A03D3D5A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AEE15-83F9-E500-39A9-CF9C8D2F4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9FC20B-76F9-664F-8900-A1242269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7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A292-4530-90F2-41FA-07B620AD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60BDC-5D8E-8FEF-1978-4F6DFA0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01BE7B-ECC8-AEDA-DB50-372808989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0CF31E-0A6B-3A5F-E71D-F445E9F9E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C0F77-B5A7-407A-43D6-65BBD59D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25189-4056-B28A-1613-A13EB925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9A6362-99AA-4590-4AB9-78471DC3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7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BEF0-C1BD-D547-75E1-474CF3CD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A19F1-B3C8-998D-9258-FA503071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FCD000-E6CE-D2AA-35A8-EAF5FD184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FB5DCA-2BA2-DC59-BCF9-76BDA05D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5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B18C-9495-D65E-09A9-862A5057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D1989-D7C6-AD29-0605-7D433ADE9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2D98A-4041-9166-0AAC-A5483873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46510F-B84C-5FB9-C576-C622B031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3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5241-4CB1-99EF-BCFB-029A2352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0077C-314D-ED24-4FA4-C2C28809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629327-4CB8-7E70-E945-CABE34C32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8CD48E-3763-D975-977F-7F50352D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91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45B9-9F3C-6D8B-3574-875CF390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80597-99DC-6E14-F5F7-535C140A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C729C-EA3B-721C-6027-C65B4317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9F1E02-B208-EEDB-0659-3F76E92B7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429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andrei.semkin01@yandex.ru</dc:creator>
  <cp:lastModifiedBy>andrei.semkin01@yandex.ru</cp:lastModifiedBy>
  <cp:revision>1</cp:revision>
  <dcterms:created xsi:type="dcterms:W3CDTF">2025-05-14T17:44:50Z</dcterms:created>
  <dcterms:modified xsi:type="dcterms:W3CDTF">2025-05-14T17:49:40Z</dcterms:modified>
</cp:coreProperties>
</file>